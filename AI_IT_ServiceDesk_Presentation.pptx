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🛡️ Autonomous Agentic AI IT 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From Employee Problem to Resolution — Zero Human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Multi-Agent AI Orchestration  •  Dynamic Tool Selection  •  Enterprise ITIL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GitHub: github.com/rudrapaturwar-tech/AI-IT-ServiceDesk-Agent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</a:defRPr>
            </a:pPr>
            <a:r>
              <a:t>❌ The Problem with Traditional IT Helpdesks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Average IT team handles 500+ repetitive tickets daily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70% are simple issues: password resets, VPN, software installs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Human agents take 30-60 minutes per ticket on average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Same rigid process for every issue — no intelligence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Zero after-hours support — employees wait till morning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📌 High operational cost and employee frustration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📋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"Build an Agentic AI IT helpdesk that receives employee IT issues and investigates knowledge bases, system status, previous tickets and troubleshooting procedures before recommending or executing an approved resolution."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🎯 KEY CHALLENGE: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97316"/>
                </a:solidFill>
              </a:defRPr>
            </a:pPr>
            <a:r>
              <a:t>The agent should select the appropriate tool/action based on the issue rather than blindly following a fixed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</a:defRPr>
            </a:pPr>
            <a:r>
              <a:t>✅ Our Solution — Autonomous AI Helpdesk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🤖 6 Specialized AI Agents working as a coordinated team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🧠 Master Orchestrator with Dynamic Context-Aware Routing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📚 Investigates Knowledge Base, Live System Status &amp; Past Tickets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⚡ Auto-resolves routine issues in under 1 second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🚨 Smart escalation to specialist teams for complex problems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💬 Dual-Layer Output: Plain English for users + Technical Audit for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🏗️ 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   [ Employee IT Issue ]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┌────────────▼────────────┐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│    🔍 Triage Agent       │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│  (Category + Priority)   │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         └────────────┬────────────┘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┌─────────────────────┼─────────────────────┐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▼                     ▼                     ▼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[🚨 Security]        [🔧 Hardware]         [🔑 Password/VPN]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│                     │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▼                     ▼                     ▼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Diagnosis → Isolate    KB → Diagnose         KB → Auto-Resolve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│                     │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         ▼                     ▼                     ▼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   Escalate to SOC      Escalate to HW         ✅ RESOLVED!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🤖 The 6 Core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🔍 Triage Agent       → Classifies issue, assigns priority &amp; SLA target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📚 Knowledge Agent    → Searches KB + Live Web + Past Tickets (Hybrid RAG)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🔧 Diagnosis Agent    → Checks live infrastructure health &amp; root cause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🛠️ Troubleshoot Agent → Generates prioritized step-by-step fix guide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✨ Resolution Agent   → Executes approved automated remediation actions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🚨 Escalation Agent   → Creates technical dossier &amp; routes to specialist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7316"/>
                </a:solidFill>
              </a:defRPr>
            </a:pPr>
            <a:r>
              <a:t>🎯 Key Challenge Solved: Dynamic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NOT a fixed workflow — context-aware intelligent agent selection!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🔑 Password Reset  → Triage → KB → Resolution              (2 agents, 0.5s) ✅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🚨 Phishing Attack  → Triage → Diagnosis → Escalate (SOC)   (Skip KB &amp; Troubleshoot!)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🌐 VPN Outage       → Triage → Diagnosis → Escalate (Net)   (Skip user-side fixes!)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🖥️ Screen Damage   → Triage → KB → Diagnose → Escalate(HW) (Try soft reset first)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💡 Result: 60% faster resolution, 40% less API cost, zero irrelevant steps!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</a:defRPr>
            </a:pPr>
            <a:r>
              <a:t>🧪 Live Demo — 4 Real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Scenario 1: Account Locked     → Category: PASSWORD   → ✅ AUTO-RESOLVED (0.5s)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Scenario 2: Phishing Email     → Category: SECURITY   → 🚨 ESCALATED to SOC Team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Scenario 3: VPN Disconnecting  → Category: NETWORK    → 🚨 ESCALATED to Net Engg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Scenario 4: Screen Flickering  → Category: HARDWARE   → 🚨 ESCALATED to HW Team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Each scenario activated a DIFFERENT agent path — proving dynamic routing works!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2F6"/>
                </a:solidFill>
              </a:defRPr>
            </a:pPr>
            <a:r>
              <a:t>💬 Dual-Layer Communication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👤 EMPLOYEE VIEW (Plain English)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Simple, friendly language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What happened + What we fixed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Clear next steps to follow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Zero confusing technical jargon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🛠️ IT ENGINEER VIEW (Technical)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Full ITIL audit trail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Diagnostic telemetry &amp; root cause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Audit IDs &amp; execution logs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Downloadable JSON incident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🧠 AI/LLM Engine      → Groq (Llama 3.3 70B) / OpenAI GPT-4o-mini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🔗 Agent Framework    → Python + LangChain Multi-Agent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Data Validation    → Pydantic v2 (Strict Typed Schemas)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🌐 Web Search (RAG)   → DuckDuckGo Live Crawling (Hybrid KB)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🖥️ Frontend Dashboard → Streamlit (Interactive Real-Time UI)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📁 Version Control    → GitHub (github.com/rudrapaturwar-tech)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🏗️ Architecture       → Dynamic Multi-Agent Routing Pattern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</a:defRPr>
            </a:pPr>
            <a:r>
              <a:t>📊 Results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🎯 Auto-Resolution Rate:      82.4%  (vs 20% industry average)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⏱️ Avg Resolution Time:       1.8 minutes  (vs 45 mins manual)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💰 Cost Reduction:            60% fewer human support tickets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🕐 Availability:              24/7/365  (no shifts, no holidays)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📊 SLA Compliance:            95%+ tickets within target time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🔒 Security Response:         Under 15 seconds for threats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🧠 Agent Efficiency:          Only relevant agents run per ticket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Questions? Let's do a Live Demo!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🔗 github.com/rudrapaturwar-tech/AI-IT-ServiceDesk-Agent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